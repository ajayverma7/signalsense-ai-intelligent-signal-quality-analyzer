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62" r:id="rId10"/>
    <p:sldId id="264" r:id="rId11"/>
    <p:sldId id="277" r:id="rId12"/>
    <p:sldId id="290" r:id="rId13"/>
    <p:sldId id="292" r:id="rId14"/>
    <p:sldId id="293" r:id="rId15"/>
    <p:sldId id="286" r:id="rId16"/>
    <p:sldId id="287" r:id="rId17"/>
    <p:sldId id="280" r:id="rId18"/>
    <p:sldId id="288" r:id="rId19"/>
    <p:sldId id="294" r:id="rId20"/>
    <p:sldId id="289" r:id="rId21"/>
    <p:sldId id="27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7755F6-6161-45BA-8A63-7A022A3BB895}" v="1" dt="2026-07-14T05:04:53.458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Drishti" userId="1562d6fa-893e-4949-8e31-e1be6aac81db" providerId="ADAL" clId="{6D4A2697-E1D7-4D9D-AFF0-FB5F1305AA28}"/>
    <pc:docChg chg="custSel modSld">
      <pc:chgData name="Drishti" userId="1562d6fa-893e-4949-8e31-e1be6aac81db" providerId="ADAL" clId="{6D4A2697-E1D7-4D9D-AFF0-FB5F1305AA28}" dt="2026-07-14T05:22:52.599" v="18" actId="14100"/>
      <pc:docMkLst>
        <pc:docMk/>
      </pc:docMkLst>
      <pc:sldChg chg="addSp delSp modSp mod">
        <pc:chgData name="Drishti" userId="1562d6fa-893e-4949-8e31-e1be6aac81db" providerId="ADAL" clId="{6D4A2697-E1D7-4D9D-AFF0-FB5F1305AA28}" dt="2026-07-14T05:22:52.599" v="18" actId="14100"/>
        <pc:sldMkLst>
          <pc:docMk/>
          <pc:sldMk cId="1229047658" sldId="288"/>
        </pc:sldMkLst>
        <pc:spChg chg="mod">
          <ac:chgData name="Drishti" userId="1562d6fa-893e-4949-8e31-e1be6aac81db" providerId="ADAL" clId="{6D4A2697-E1D7-4D9D-AFF0-FB5F1305AA28}" dt="2026-07-14T05:06:32.623" v="7" actId="1076"/>
          <ac:spMkLst>
            <pc:docMk/>
            <pc:sldMk cId="1229047658" sldId="288"/>
            <ac:spMk id="3" creationId="{4837D5EE-379B-FDC5-0854-8AC81D31FADF}"/>
          </ac:spMkLst>
        </pc:spChg>
        <pc:spChg chg="mod">
          <ac:chgData name="Drishti" userId="1562d6fa-893e-4949-8e31-e1be6aac81db" providerId="ADAL" clId="{6D4A2697-E1D7-4D9D-AFF0-FB5F1305AA28}" dt="2026-07-14T05:06:29.018" v="6" actId="1076"/>
          <ac:spMkLst>
            <pc:docMk/>
            <pc:sldMk cId="1229047658" sldId="288"/>
            <ac:spMk id="6" creationId="{3F1C7BCA-5DD7-F4D3-A937-D1C56976DA01}"/>
          </ac:spMkLst>
        </pc:spChg>
        <pc:spChg chg="add del mod">
          <ac:chgData name="Drishti" userId="1562d6fa-893e-4949-8e31-e1be6aac81db" providerId="ADAL" clId="{6D4A2697-E1D7-4D9D-AFF0-FB5F1305AA28}" dt="2026-07-14T05:21:03.164" v="13" actId="478"/>
          <ac:spMkLst>
            <pc:docMk/>
            <pc:sldMk cId="1229047658" sldId="288"/>
            <ac:spMk id="8" creationId="{FC7C22FB-C8E4-BA28-61F8-BA4F52FBDC19}"/>
          </ac:spMkLst>
        </pc:spChg>
        <pc:graphicFrameChg chg="add del mod">
          <ac:chgData name="Drishti" userId="1562d6fa-893e-4949-8e31-e1be6aac81db" providerId="ADAL" clId="{6D4A2697-E1D7-4D9D-AFF0-FB5F1305AA28}" dt="2026-07-14T05:04:57.312" v="2" actId="478"/>
          <ac:graphicFrameMkLst>
            <pc:docMk/>
            <pc:sldMk cId="1229047658" sldId="288"/>
            <ac:graphicFrameMk id="2" creationId="{B56A5227-DB28-9083-3E33-9E75C07DB043}"/>
          </ac:graphicFrameMkLst>
        </pc:graphicFrameChg>
        <pc:picChg chg="del">
          <ac:chgData name="Drishti" userId="1562d6fa-893e-4949-8e31-e1be6aac81db" providerId="ADAL" clId="{6D4A2697-E1D7-4D9D-AFF0-FB5F1305AA28}" dt="2026-07-14T05:04:45.204" v="0" actId="478"/>
          <ac:picMkLst>
            <pc:docMk/>
            <pc:sldMk cId="1229047658" sldId="288"/>
            <ac:picMk id="4" creationId="{AD88C341-1F2F-9B6F-593F-2917E7E23DCB}"/>
          </ac:picMkLst>
        </pc:picChg>
        <pc:picChg chg="add del mod">
          <ac:chgData name="Drishti" userId="1562d6fa-893e-4949-8e31-e1be6aac81db" providerId="ADAL" clId="{6D4A2697-E1D7-4D9D-AFF0-FB5F1305AA28}" dt="2026-07-14T05:22:43.581" v="14" actId="478"/>
          <ac:picMkLst>
            <pc:docMk/>
            <pc:sldMk cId="1229047658" sldId="288"/>
            <ac:picMk id="7" creationId="{B3887577-816B-B63A-3BBE-5B6CDBCB2632}"/>
          </ac:picMkLst>
        </pc:picChg>
        <pc:picChg chg="add mod">
          <ac:chgData name="Drishti" userId="1562d6fa-893e-4949-8e31-e1be6aac81db" providerId="ADAL" clId="{6D4A2697-E1D7-4D9D-AFF0-FB5F1305AA28}" dt="2026-07-14T05:22:52.599" v="18" actId="14100"/>
          <ac:picMkLst>
            <pc:docMk/>
            <pc:sldMk cId="1229047658" sldId="288"/>
            <ac:picMk id="10" creationId="{F840091F-DA91-F01F-3558-119ADF3F30B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jayverma7/SignalSense-AI-Intelligent-Signal-Quality-Analyzer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r>
                        <a:t>Ajay Verma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av9553569827@gmail.com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9553569827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Domain of  Project – </a:t>
            </a:r>
            <a:r>
              <a:rPr lang="en-US" sz="2400" b="1">
                <a:highlight>
                  <a:srgbClr val="FFFF00"/>
                </a:highlight>
              </a:rPr>
              <a:t>Telecommunications / Networking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Project Tile – </a:t>
            </a:r>
            <a:r>
              <a:rPr lang="en-US" sz="2400" b="1">
                <a:highlight>
                  <a:srgbClr val="FFFF00"/>
                </a:highlight>
              </a:rPr>
              <a:t>[</a:t>
            </a:r>
            <a:r>
              <a:rPr lang="en-US" sz="2400" b="1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SignalSense AI – Intelligent Signal Quality Analyzer</a:t>
            </a:r>
            <a:r>
              <a:rPr lang="en-US" sz="2400" b="1">
                <a:highlight>
                  <a:srgbClr val="FFFF00"/>
                </a:highlight>
              </a:rPr>
              <a:t>]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53024" y="3758072"/>
            <a:ext cx="762500" cy="76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SignalSense AI</a:t>
            </a:r>
            <a:r>
              <a:rPr lang="en-US" dirty="0"/>
              <a:t> 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Telecom engineers, network architects, and field technicians must constantly evaluate signal parameters such as </a:t>
            </a:r>
            <a:r>
              <a:rPr lang="en-US" b="1" dirty="0"/>
              <a:t>SNR, BER, latency, throughput, RSSI, and jitter</a:t>
            </a:r>
            <a:r>
              <a:rPr lang="en-US" dirty="0"/>
              <a:t> to keep networks healthy. This data is scattered across logs, dashboards, and CSV exports, making it slow to spot anomalies, interference, or </a:t>
            </a:r>
            <a:r>
              <a:rPr lang="en-US" b="1" dirty="0"/>
              <a:t>early signs of failure</a:t>
            </a:r>
            <a:r>
              <a:rPr lang="en-US" dirty="0"/>
              <a:t>, and even harder to translate raw readings into clear engineering action. 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Build an </a:t>
            </a:r>
            <a:r>
              <a:rPr lang="en-US" b="1" dirty="0"/>
              <a:t>AI-powered Agentic system, SignalSense AI</a:t>
            </a:r>
            <a:r>
              <a:rPr lang="en-US" dirty="0"/>
              <a:t>, that delivers </a:t>
            </a:r>
            <a:r>
              <a:rPr lang="en-US" b="1" dirty="0"/>
              <a:t>real-time signal quality analysis and predictive network intelligence</a:t>
            </a:r>
            <a:r>
              <a:rPr lang="en-US" dirty="0"/>
              <a:t> for telecom engineers, network architects, and students. The solution should: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Signal Quality Analysis</a:t>
            </a:r>
            <a:r>
              <a:rPr lang="en-US" dirty="0"/>
              <a:t> – Evaluate SNR, BER, latency, throughput, packet loss, RSSI, and jitter against engineering thresholds.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Anomaly &amp; Interference Detection</a:t>
            </a:r>
            <a:r>
              <a:rPr lang="en-US" dirty="0"/>
              <a:t> – Identify root causes such as noise, congestion, or attenuation and classify severity.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Optimization Recommendations</a:t>
            </a:r>
            <a:r>
              <a:rPr lang="en-US" dirty="0"/>
              <a:t> – Generate ranked, actionable engineering fixes for RF, antenna, and network configuration issues.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Predictive Failure Forecasting</a:t>
            </a:r>
            <a:r>
              <a:rPr lang="en-US" dirty="0"/>
              <a:t> – Project 7/30/90-day degradation trends and flag at-risk links before they fail.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Multi-Agent System</a:t>
            </a:r>
            <a:r>
              <a:rPr lang="en-US" dirty="0"/>
              <a:t> –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Signal Data Analysis Agent</a:t>
            </a:r>
            <a:r>
              <a:rPr lang="en-US" dirty="0"/>
              <a:t> (evaluates live signal metrics)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Signal Issue Detection Agent</a:t>
            </a:r>
            <a:r>
              <a:rPr lang="en-US" dirty="0"/>
              <a:t> (root cause &amp; anomaly detection)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Intelligent Insight &amp; Recommendation Agent</a:t>
            </a:r>
            <a:r>
              <a:rPr lang="en-US" dirty="0"/>
              <a:t> (optimization strategies)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Predictive Signal Failure Agent</a:t>
            </a:r>
            <a:r>
              <a:rPr lang="en-US" dirty="0"/>
              <a:t> (failure forecasting &amp; maintenance schedule)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Visualization Dashboard</a:t>
            </a:r>
            <a:r>
              <a:rPr lang="en-US" dirty="0"/>
              <a:t> – Live Chart.js views of SNR, latency, throughput, and packet-loss trends.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SignalSense AI</a:t>
            </a:r>
          </a:p>
          <a:p>
            <a:r>
              <a:rPr lang="en-US" dirty="0"/>
              <a:t>The proposed solution is a </a:t>
            </a:r>
            <a:r>
              <a:rPr lang="en-US" b="1" dirty="0"/>
              <a:t>multi-agent AI-powered signal quality platform</a:t>
            </a:r>
            <a:r>
              <a:rPr lang="en-US" dirty="0"/>
              <a:t> built using </a:t>
            </a:r>
            <a:r>
              <a:rPr lang="en-US" b="1" dirty="0"/>
              <a:t>Python Flask and IBM watsonx.ai</a:t>
            </a:r>
            <a:r>
              <a:rPr lang="en-US" dirty="0"/>
              <a:t> to deliver real-time telecom signal analysis, anomaly detection, and predictive maintenance. The system addresses challenges in network monitoring and preventive maintenance through a modular, agent-based architecture.</a:t>
            </a:r>
          </a:p>
          <a:p>
            <a:r>
              <a:rPr lang="en-US" dirty="0"/>
              <a:t>At its core, the solution routes structured signal data through a </a:t>
            </a:r>
            <a:r>
              <a:rPr lang="en-US" b="1" dirty="0"/>
              <a:t>central orchestrator</a:t>
            </a:r>
            <a:r>
              <a:rPr lang="en-US" dirty="0"/>
              <a:t> to one of four specialized agents, each calling the meta-llama/llama-3-3-70b-instruct model on IBM watsonx.ai with a purpose-built, engineering-grade prompt.</a:t>
            </a:r>
          </a:p>
          <a:p>
            <a:r>
              <a:rPr lang="en-US" dirty="0"/>
              <a:t>The system consists of four key agents:</a:t>
            </a:r>
          </a:p>
          <a:p>
            <a:r>
              <a:rPr lang="en-US" b="1" dirty="0"/>
              <a:t>Signal Data Analysis Agent</a:t>
            </a:r>
            <a:r>
              <a:rPr lang="en-US" dirty="0"/>
              <a:t> evaluates SNR, BER, latency, throughput, RSSI, and jitter, and produces a full quality report.</a:t>
            </a:r>
          </a:p>
          <a:p>
            <a:r>
              <a:rPr lang="en-US" b="1" dirty="0"/>
              <a:t>Signal Issue Detection Agent</a:t>
            </a:r>
            <a:r>
              <a:rPr lang="en-US" dirty="0"/>
              <a:t> identifies anomalies, interference, and congestion, with root-cause and severity analysis.</a:t>
            </a:r>
          </a:p>
          <a:p>
            <a:r>
              <a:rPr lang="en-US" b="1" dirty="0"/>
              <a:t>Intelligent Insight &amp; Recommendation Agent</a:t>
            </a:r>
            <a:r>
              <a:rPr lang="en-US" dirty="0"/>
              <a:t> generates prioritized engineering optimization strategies for RF, antenna, and network configuration.</a:t>
            </a:r>
          </a:p>
          <a:p>
            <a:r>
              <a:rPr lang="en-US" b="1" dirty="0"/>
              <a:t>Predictive Signal Failure Agent</a:t>
            </a:r>
            <a:r>
              <a:rPr lang="en-US" dirty="0"/>
              <a:t> forecasts 7/30/90-day degradation trends and produces a preventive maintenance schedule.</a:t>
            </a:r>
          </a:p>
          <a:p>
            <a:r>
              <a:rPr lang="en-US" dirty="0"/>
              <a:t>The solution includes a </a:t>
            </a:r>
            <a:r>
              <a:rPr lang="en-US" b="1" dirty="0"/>
              <a:t>dark-themed, responsive dashboard</a:t>
            </a:r>
            <a:r>
              <a:rPr lang="en-US" dirty="0"/>
              <a:t> (built with </a:t>
            </a:r>
            <a:r>
              <a:rPr lang="en-US" dirty="0" err="1"/>
              <a:t>Bootstrap 5 and Chart.js</a:t>
            </a:r>
            <a:r>
              <a:rPr lang="en-US" dirty="0"/>
              <a:t>) that visualizes SNR, latency, throughput, and packet-loss trends live.</a:t>
            </a:r>
          </a:p>
          <a:p>
            <a:r>
              <a:rPr lang="en-US" dirty="0"/>
              <a:t>A Flask orchestrator routes requests to the correct agent, while IBM watsonx.ai ensures scalable, governed model inference via the Llama 3.3 70B Instruct model.</a:t>
            </a:r>
          </a:p>
          <a:p>
            <a:r>
              <a:rPr lang="en-US" dirty="0"/>
              <a:t>Overall, this solution delivers an </a:t>
            </a:r>
            <a:r>
              <a:rPr lang="en-US" b="1" dirty="0"/>
              <a:t>end-to-end intelligent network engineering assistant</a:t>
            </a:r>
            <a:r>
              <a:rPr lang="en-US" dirty="0"/>
              <a:t> that promotes proactive maintenance through real-time analysis, root-cause detection, and predictive insight.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Python Flask </a:t>
            </a:r>
            <a:r>
              <a:rPr lang="en-US" sz="1800" dirty="0"/>
              <a:t>- Backend web framework serving the app and REST API endpoints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watsonx.ai</a:t>
            </a:r>
            <a:r>
              <a:rPr lang="en-US" sz="1800" b="1" dirty="0"/>
              <a:t> model </a:t>
            </a:r>
            <a:r>
              <a:rPr lang="en-US" sz="1800" dirty="0"/>
              <a:t>- </a:t>
            </a:r>
            <a:r>
              <a:rPr lang="en-US" sz="1800" dirty="0" err="1"/>
              <a:t>e.g.</a:t>
            </a:r>
            <a:r>
              <a:rPr lang="en-US" sz="1800" dirty="0"/>
              <a:t> – meta-llama/llama-3-3-70b-instruct – For reasoning, root-cause analysis, and report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Hosts the watsonx.ai platform (Sydney region – au-syd.ml.cloud.ibm.com), providing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AI inference.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ibm-watsonx-ai SDK– </a:t>
            </a:r>
            <a:r>
              <a:rPr lang="en-US" sz="1800" dirty="0"/>
              <a:t>Python SDK </a:t>
            </a:r>
            <a:r>
              <a:rPr lang="en-US" sz="1800" b="1" dirty="0"/>
              <a:t>used to authenticate and call watsonx.ai</a:t>
            </a:r>
            <a:r>
              <a:rPr lang="en-US" sz="1800" dirty="0"/>
              <a:t>, enabling structured prompt-based inference.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Bootstrap 5 &amp; Chart.js - </a:t>
            </a:r>
            <a:r>
              <a:rPr lang="en-US" sz="1800" dirty="0"/>
              <a:t>For the dark-themed responsive dashboard and live signal visualizations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Agent Orchestrator </a:t>
            </a:r>
            <a:r>
              <a:rPr lang="en-IN" sz="1800" dirty="0"/>
              <a:t>(Flask routing map) – Directs each API call to the correct specialized signal agent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sample_signal_data.csv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README.md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Inline HTML/CSS/JS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FF7BC6-93D0-8D42-34B7-C226B1B96C2D}"/>
              </a:ext>
            </a:extLst>
          </p:cNvPr>
          <p:cNvSpPr/>
          <p:nvPr/>
        </p:nvSpPr>
        <p:spPr>
          <a:xfrm>
            <a:off x="4250700" y="2029968"/>
            <a:ext cx="5908284" cy="317232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4" name="Picture 153" descr="code_screenshot_reda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5" y="2038965"/>
            <a:ext cx="7868367" cy="415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7512A-0AA7-CC22-D1D2-C738BF1266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99344" y="964760"/>
            <a:ext cx="8362251" cy="57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A290A-6680-D490-E6D4-9336496B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8289" y="528366"/>
            <a:ext cx="10823488" cy="57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130" y="675732"/>
            <a:ext cx="5222980" cy="61817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SignalSense AI</a:t>
            </a:r>
          </a:p>
          <a:p>
            <a:r>
              <a:rPr lang="en-US" b="1"/>
              <a:t>Agentic AI</a:t>
            </a:r>
            <a:r>
              <a:rPr lang="en-US"/>
              <a:t> enables SignalSense AI to function as an intelligent, autonomous network engineer rather than a simple chatbot. Using </a:t>
            </a:r>
            <a:r>
              <a:rPr lang="en-US" b="1"/>
              <a:t>IBM watsonx.ai</a:t>
            </a:r>
            <a:r>
              <a:rPr lang="en-US"/>
              <a:t> and the </a:t>
            </a:r>
            <a:r>
              <a:rPr lang="en-US" b="1"/>
              <a:t>Llama 3.3 70B Instruct model</a:t>
            </a:r>
            <a:r>
              <a:rPr lang="en-US"/>
              <a:t>, it coordinates four specialized agents to deliver end-to-end signal intelligence.</a:t>
            </a:r>
          </a:p>
          <a:p>
            <a:r>
              <a:rPr lang="en-US"/>
              <a:t>Each agent performs a specific role—such as analyzing signal quality, detecting anomalies, generating optimization strategies, and forecasting failures—while working collaboratively through a central orchestrator. This </a:t>
            </a:r>
            <a:r>
              <a:rPr lang="en-US" b="1"/>
              <a:t>multi-agent approach</a:t>
            </a:r>
            <a:r>
              <a:rPr lang="en-US"/>
              <a:t> ensures accurate, efficient, and specialized responses.</a:t>
            </a:r>
          </a:p>
          <a:p>
            <a:r>
              <a:rPr lang="en-US"/>
              <a:t>Agentic AI also brings </a:t>
            </a:r>
            <a:r>
              <a:rPr lang="en-US" b="1"/>
              <a:t>context awareness</a:t>
            </a:r>
            <a:r>
              <a:rPr lang="en-US"/>
              <a:t>, understanding network type, frequency band, and deployment environment to generate tailored recommendations. It supports </a:t>
            </a:r>
            <a:r>
              <a:rPr lang="en-US" b="1"/>
              <a:t>real-time adaptation</a:t>
            </a:r>
            <a:r>
              <a:rPr lang="en-US"/>
              <a:t>, continuously updating forecasts based on newly uploaded historical signal data.</a:t>
            </a:r>
          </a:p>
          <a:p>
            <a:r>
              <a:rPr lang="en-US"/>
              <a:t>Additionally, agents are routed through a shared orchestrator, enabling consistent decision-making and reliable outcomes across every analysis type.</a:t>
            </a:r>
          </a:p>
          <a:p>
            <a:r>
              <a:rPr lang="en-US"/>
              <a:t>Overall, Agentic AI makes the system proactive, specialized, and insight-driven, acting like a </a:t>
            </a:r>
            <a:r>
              <a:rPr lang="en-US" b="1"/>
              <a:t>smart digital network engineer</a:t>
            </a:r>
            <a:r>
              <a:rPr lang="en-US"/>
              <a:t> that helps teams keep telecom infrastructure healthy.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17,277 tokens used (Aug 01 - Aug 12)</a:t>
            </a:r>
          </a:p>
        </p:txBody>
      </p:sp>
      <p:pic>
        <p:nvPicPr>
          <p:cNvPr id="283" name="Picture 282" descr="178651873094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24" y="1709020"/>
            <a:ext cx="9700000" cy="458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— Dashboard Home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3" name="Picture 282" descr="Screenshot_2026-08-12_1143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1217384"/>
            <a:ext cx="11163874" cy="505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— Agent Suite &amp; Live Charts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3" name="Picture 282" descr="Screenshot_2026-08-12_1144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49" y="1242760"/>
            <a:ext cx="10493347" cy="481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— Signal Analysis Report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3" name="Picture 282" descr="Screenshot_2026-08-12_114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93" y="1328995"/>
            <a:ext cx="10583014" cy="488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/>
              <a:t>SignalSense AI stands out by combining </a:t>
            </a:r>
            <a:r>
              <a:rPr lang="en-IN" sz="1800" b="1"/>
              <a:t>Agentic AI, telecom domain expertise, and predictive analytics</a:t>
            </a:r>
            <a:r>
              <a:rPr lang="en-IN" sz="1800"/>
              <a:t> into a single intelligent platform.</a:t>
            </a:r>
          </a:p>
          <a:p>
            <a:endParaRPr lang="en-IN" sz="1800"/>
          </a:p>
          <a:p>
            <a:r>
              <a:rPr lang="en-IN" sz="1800" b="1"/>
              <a:t>Multi-Agent Specialization</a:t>
            </a:r>
            <a:r>
              <a:rPr lang="en-IN" sz="1800"/>
              <a:t> – Four purpose-built agents, each an expert in one part of the signal lifecycle, instead of one generic chatbot. </a:t>
            </a:r>
          </a:p>
          <a:p>
            <a:r>
              <a:rPr lang="en-IN" sz="1800" b="1"/>
              <a:t>Engineering-Grade Prompting</a:t>
            </a:r>
            <a:r>
              <a:rPr lang="en-IN" sz="1800"/>
              <a:t> – Each agent uses a senior-telecom-engineer persona with exact output headings and anti-echo guards for clean, professional reports. </a:t>
            </a:r>
          </a:p>
          <a:p>
            <a:r>
              <a:rPr lang="en-IN" sz="1800" b="1"/>
              <a:t>Predictive, Not Just Reactive</a:t>
            </a:r>
            <a:r>
              <a:rPr lang="en-IN" sz="1800"/>
              <a:t> – Forecasts 7/30/90-day degradation trends and failure probability, not just current status. </a:t>
            </a:r>
          </a:p>
          <a:p>
            <a:r>
              <a:rPr lang="en-IN" sz="1800" b="1"/>
              <a:t>Flexible Data Ingestion</a:t>
            </a:r>
            <a:r>
              <a:rPr lang="en-IN" sz="1800"/>
              <a:t> – Accepts manual entry or full </a:t>
            </a:r>
            <a:r>
              <a:rPr lang="en-IN" sz="1800" err="1"/>
              <a:t>CSV</a:t>
            </a:r>
            <a:r>
              <a:rPr lang="en-IN" sz="1800"/>
              <a:t> uploads for batch historical analysis. </a:t>
            </a:r>
          </a:p>
          <a:p>
            <a:r>
              <a:rPr lang="en-IN" sz="1800" b="1"/>
              <a:t>Actionable, Prioritized Output</a:t>
            </a:r>
            <a:r>
              <a:rPr lang="en-IN" sz="1800"/>
              <a:t> – Recommendations are ranked by impact and ease of implementation, not just listed. </a:t>
            </a:r>
          </a:p>
          <a:p>
            <a:r>
              <a:rPr lang="en-IN" sz="1800" b="1"/>
              <a:t>Root-Cause Aware</a:t>
            </a:r>
            <a:r>
              <a:rPr lang="en-IN" sz="1800"/>
              <a:t> – Goes beyond flagging issues to explain interference, congestion, and attenuation causes. </a:t>
            </a:r>
          </a:p>
          <a:p>
            <a:r>
              <a:rPr lang="en-IN" sz="1800" b="1"/>
              <a:t>Enterprise-Grade Backbone</a:t>
            </a:r>
            <a:r>
              <a:rPr lang="en-IN" sz="1800"/>
              <a:t> – Built on </a:t>
            </a:r>
            <a:r>
              <a:rPr lang="en-IN" sz="1800" b="1"/>
              <a:t>IBM watsonx.ai</a:t>
            </a:r>
            <a:r>
              <a:rPr lang="en-IN" sz="1800"/>
              <a:t> with the </a:t>
            </a:r>
            <a:r>
              <a:rPr lang="en-IN" sz="1800" b="1"/>
              <a:t>Llama 3.3 70B Instruct model</a:t>
            </a:r>
            <a:r>
              <a:rPr lang="en-IN" sz="1800"/>
              <a:t>, ensuring reliable, governed inference. </a:t>
            </a:r>
          </a:p>
          <a:p>
            <a:endParaRPr lang="en-IN" sz="1800"/>
          </a:p>
          <a:p>
            <a:r>
              <a:rPr lang="en-IN" sz="1800"/>
              <a:t>This makes the solution a </a:t>
            </a:r>
            <a:r>
              <a:rPr lang="en-IN" sz="1800" b="1"/>
              <a:t>smart, adaptive, proactive network intelligence assistant</a:t>
            </a:r>
            <a:r>
              <a:rPr lang="en-IN" sz="1800"/>
              <a:t>, not just a static monitoring dashboard.</a:t>
            </a:r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924084" y="1124746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·W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orking  Git hub URL 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https://github.com/ajayverma7/SignalSense-AI-Intelligent-Signal-Quality-Analyzer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A4AE11-C7C1-CCC5-CF50-A6878790C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440" y="1997482"/>
            <a:ext cx="7894320" cy="400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1.Integration with Live Network Monitoring &amp; IoT Sensors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can connect directly to SNMP feeds, base-station telemetry, and IoT sensors to ingest signal data automatically, instead of manual entry or CSV upload. This will let SignalSense AI run continuous, real-time monitoring and alerting across an entire network.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Voice Alerts &amp; Multilingual Support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voice-based alerts and multilingual reporting will help field technicians and engineers across regions get critical signal warnings quickly, in their preferred language, even while on-site away from a screen.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90882" y="12953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Certificates Earned:</a:t>
            </a:r>
          </a:p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408115" y="503794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Credly — </a:t>
            </a:r>
            <a:r>
              <a:rPr lang="en-US" sz="2800" b="1" dirty="0" err="1"/>
              <a:t>Getting Started with AI</a:t>
            </a:r>
          </a:p>
        </p:txBody>
      </p:sp>
      <p:pic>
        <p:nvPicPr>
          <p:cNvPr id="7" name="Picture 6" descr="certific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544" y="1480903"/>
            <a:ext cx="7212525" cy="514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90882" y="12953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Certificates Earned:</a:t>
            </a:r>
          </a:p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408115" y="503794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Credly — </a:t>
            </a:r>
            <a:r>
              <a:rPr lang="en-US" sz="2800" b="1" dirty="0" err="1"/>
              <a:t>Getting Started with Cybersecurity</a:t>
            </a:r>
          </a:p>
        </p:txBody>
      </p:sp>
      <p:pic>
        <p:nvPicPr>
          <p:cNvPr id="7" name="Picture 6" descr="Screenshot_2026-08-12_1207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495" y="1480903"/>
            <a:ext cx="7298623" cy="514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IBM SkillsBuild — Troubleshoot Your Code Using IBM Bob</a:t>
            </a:r>
          </a:p>
        </p:txBody>
      </p:sp>
      <p:pic>
        <p:nvPicPr>
          <p:cNvPr id="7" name="Picture 6" descr="certificat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460" y="1712637"/>
            <a:ext cx="6880104" cy="465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1357</Words>
  <Application>Microsoft Office PowerPoint</Application>
  <PresentationFormat>Widescreen</PresentationFormat>
  <Paragraphs>135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Ankit Verma</cp:lastModifiedBy>
  <cp:revision>11</cp:revision>
  <dcterms:created xsi:type="dcterms:W3CDTF">2025-07-08T05:06:56Z</dcterms:created>
  <dcterms:modified xsi:type="dcterms:W3CDTF">2026-08-12T10:44:11Z</dcterms:modified>
</cp:coreProperties>
</file>